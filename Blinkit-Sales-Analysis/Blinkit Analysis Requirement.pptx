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B1A51-DBDF-4087-A106-5271BC574C7F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CEBCE-4851-4B49-BA6F-F1194B81C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14-12-2025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14-12-2025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14-12-2025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14-12-2025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233359" y="174523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757930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23576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106983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61250" y="135002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50" y="718409"/>
            <a:ext cx="11139524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00A87D6-7049-417C-3969-52DFDB482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50" y="3936763"/>
            <a:ext cx="1135380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9839</TotalTime>
  <Words>335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Priyanshu</dc:creator>
  <cp:lastModifiedBy>Priyanshu Patel</cp:lastModifiedBy>
  <cp:revision>16</cp:revision>
  <dcterms:created xsi:type="dcterms:W3CDTF">2024-06-24T12:27:37Z</dcterms:created>
  <dcterms:modified xsi:type="dcterms:W3CDTF">2025-12-14T06:17:42Z</dcterms:modified>
</cp:coreProperties>
</file>